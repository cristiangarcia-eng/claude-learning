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inkedi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48640"/>
            <a:ext cx="12801600" cy="7132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